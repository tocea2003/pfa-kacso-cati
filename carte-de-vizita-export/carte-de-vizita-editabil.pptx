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al"/>
          <p:cNvSpPr/>
          <p:nvPr/>
        </p:nvSpPr>
        <p:spPr>
          <a:xfrm>
            <a:off x="0" y="0"/>
            <a:ext cx="3240000" cy="1980000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anou albastru"/>
          <p:cNvSpPr/>
          <p:nvPr/>
        </p:nvSpPr>
        <p:spPr>
          <a:xfrm>
            <a:off x="1800000" y="0"/>
            <a:ext cx="1440000" cy="1980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enar"/>
          <p:cNvSpPr/>
          <p:nvPr/>
        </p:nvSpPr>
        <p:spPr>
          <a:xfrm>
            <a:off x="1854000" y="54000"/>
            <a:ext cx="1332000" cy="18720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6F6A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anda alama"/>
          <p:cNvSpPr/>
          <p:nvPr/>
        </p:nvSpPr>
        <p:spPr>
          <a:xfrm>
            <a:off x="0" y="0"/>
            <a:ext cx="32400" cy="1980000"/>
          </a:xfrm>
          <a:prstGeom prst="rect">
            <a:avLst/>
          </a:prstGeom>
          <a:solidFill>
            <a:srgbClr val="B08F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ticheta"/>
          <p:cNvSpPr txBox="1"/>
          <p:nvPr/>
        </p:nvSpPr>
        <p:spPr>
          <a:xfrm>
            <a:off x="162000" y="1872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" b="1" spc="60">
                <a:solidFill>
                  <a:srgbClr val="8A6C42"/>
                </a:solidFill>
                <a:latin typeface="Arial"/>
              </a:rPr>
              <a:t>PFA AUTORIZATĂ • CISNĂDIE, SIBIU</a:t>
            </a:r>
          </a:p>
        </p:txBody>
      </p:sp>
      <p:sp>
        <p:nvSpPr>
          <p:cNvPr id="7" name="Nume"/>
          <p:cNvSpPr txBox="1"/>
          <p:nvPr/>
        </p:nvSpPr>
        <p:spPr>
          <a:xfrm>
            <a:off x="162000" y="331200"/>
            <a:ext cx="158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324F"/>
                </a:solidFill>
                <a:latin typeface="Georgia"/>
              </a:rPr>
              <a:t>Kacso Cati</a:t>
            </a:r>
          </a:p>
        </p:txBody>
      </p:sp>
      <p:sp>
        <p:nvSpPr>
          <p:cNvPr id="8" name="Titlu"/>
          <p:cNvSpPr txBox="1"/>
          <p:nvPr/>
        </p:nvSpPr>
        <p:spPr>
          <a:xfrm>
            <a:off x="162000" y="6408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5D6875"/>
                </a:solidFill>
                <a:latin typeface="Arial"/>
              </a:rPr>
              <a:t>Verificare și control calitate produse</a:t>
            </a:r>
          </a:p>
        </p:txBody>
      </p:sp>
      <p:sp>
        <p:nvSpPr>
          <p:cNvPr id="9" name="Experienta"/>
          <p:cNvSpPr txBox="1"/>
          <p:nvPr/>
        </p:nvSpPr>
        <p:spPr>
          <a:xfrm>
            <a:off x="162000" y="7560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5D6875"/>
                </a:solidFill>
                <a:latin typeface="Arial"/>
              </a:rPr>
              <a:t>Peste 20 de ani de experiență</a:t>
            </a:r>
          </a:p>
        </p:txBody>
      </p:sp>
      <p:sp>
        <p:nvSpPr>
          <p:cNvPr id="10" name="Eticheta PROFESIONALISM"/>
          <p:cNvSpPr/>
          <p:nvPr/>
        </p:nvSpPr>
        <p:spPr>
          <a:xfrm>
            <a:off x="162000" y="874800"/>
            <a:ext cx="486000" cy="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360" b="1" spc="30">
                <a:solidFill>
                  <a:srgbClr val="1F4E79"/>
                </a:solidFill>
                <a:latin typeface="Arial"/>
              </a:rPr>
              <a:t>PROFESIONALISM</a:t>
            </a:r>
          </a:p>
        </p:txBody>
      </p:sp>
      <p:sp>
        <p:nvSpPr>
          <p:cNvPr id="11" name="Eticheta SERIOZITATE"/>
          <p:cNvSpPr/>
          <p:nvPr/>
        </p:nvSpPr>
        <p:spPr>
          <a:xfrm>
            <a:off x="666000" y="874800"/>
            <a:ext cx="388800" cy="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360" b="1" spc="30">
                <a:solidFill>
                  <a:srgbClr val="1F4E79"/>
                </a:solidFill>
                <a:latin typeface="Arial"/>
              </a:rPr>
              <a:t>SERIOZITATE</a:t>
            </a:r>
          </a:p>
        </p:txBody>
      </p:sp>
      <p:sp>
        <p:nvSpPr>
          <p:cNvPr id="12" name="Eticheta CALITATE"/>
          <p:cNvSpPr/>
          <p:nvPr/>
        </p:nvSpPr>
        <p:spPr>
          <a:xfrm>
            <a:off x="1072800" y="874800"/>
            <a:ext cx="298800" cy="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360" b="1" spc="30">
                <a:solidFill>
                  <a:srgbClr val="1F4E79"/>
                </a:solidFill>
                <a:latin typeface="Arial"/>
              </a:rPr>
              <a:t>CALITATE</a:t>
            </a:r>
          </a:p>
        </p:txBody>
      </p:sp>
      <p:sp>
        <p:nvSpPr>
          <p:cNvPr id="13" name="Punct Telefon"/>
          <p:cNvSpPr/>
          <p:nvPr/>
        </p:nvSpPr>
        <p:spPr>
          <a:xfrm>
            <a:off x="162000" y="13356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lefon"/>
          <p:cNvSpPr txBox="1"/>
          <p:nvPr/>
        </p:nvSpPr>
        <p:spPr>
          <a:xfrm>
            <a:off x="266400" y="13104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0752 291 659</a:t>
            </a:r>
          </a:p>
        </p:txBody>
      </p:sp>
      <p:sp>
        <p:nvSpPr>
          <p:cNvPr id="15" name="Punct Email"/>
          <p:cNvSpPr/>
          <p:nvPr/>
        </p:nvSpPr>
        <p:spPr>
          <a:xfrm>
            <a:off x="162000" y="14652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mail"/>
          <p:cNvSpPr txBox="1"/>
          <p:nvPr/>
        </p:nvSpPr>
        <p:spPr>
          <a:xfrm>
            <a:off x="266400" y="14400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kacsocati@yahoo.com</a:t>
            </a:r>
          </a:p>
        </p:txBody>
      </p:sp>
      <p:sp>
        <p:nvSpPr>
          <p:cNvPr id="17" name="Punct Site"/>
          <p:cNvSpPr/>
          <p:nvPr/>
        </p:nvSpPr>
        <p:spPr>
          <a:xfrm>
            <a:off x="162000" y="15948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ite"/>
          <p:cNvSpPr txBox="1"/>
          <p:nvPr/>
        </p:nvSpPr>
        <p:spPr>
          <a:xfrm>
            <a:off x="266400" y="15696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controlcalitatesibiu.ro</a:t>
            </a:r>
          </a:p>
        </p:txBody>
      </p:sp>
      <p:sp>
        <p:nvSpPr>
          <p:cNvPr id="19" name="Punct Adresa"/>
          <p:cNvSpPr/>
          <p:nvPr/>
        </p:nvSpPr>
        <p:spPr>
          <a:xfrm>
            <a:off x="162000" y="17244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dresa"/>
          <p:cNvSpPr txBox="1"/>
          <p:nvPr/>
        </p:nvSpPr>
        <p:spPr>
          <a:xfrm>
            <a:off x="266400" y="16992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Str. Stejarului 16, Cisnădie</a:t>
            </a:r>
          </a:p>
        </p:txBody>
      </p:sp>
      <p:sp>
        <p:nvSpPr>
          <p:cNvPr id="21" name="Fundal QR SITE"/>
          <p:cNvSpPr/>
          <p:nvPr/>
        </p:nvSpPr>
        <p:spPr>
          <a:xfrm>
            <a:off x="1915200" y="576000"/>
            <a:ext cx="576000" cy="5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Cod QR SITE" descr="qr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00" y="622800"/>
            <a:ext cx="482400" cy="482400"/>
          </a:xfrm>
          <a:prstGeom prst="rect">
            <a:avLst/>
          </a:prstGeom>
        </p:spPr>
      </p:pic>
      <p:sp>
        <p:nvSpPr>
          <p:cNvPr id="23" name="Eticheta QR SITE"/>
          <p:cNvSpPr txBox="1"/>
          <p:nvPr/>
        </p:nvSpPr>
        <p:spPr>
          <a:xfrm>
            <a:off x="1843200" y="12420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50">
                <a:solidFill>
                  <a:srgbClr val="C9A227"/>
                </a:solidFill>
                <a:latin typeface="Arial"/>
              </a:rPr>
              <a:t>SITE</a:t>
            </a:r>
          </a:p>
        </p:txBody>
      </p:sp>
      <p:sp>
        <p:nvSpPr>
          <p:cNvPr id="24" name="Descriere QR SITE"/>
          <p:cNvSpPr txBox="1"/>
          <p:nvPr/>
        </p:nvSpPr>
        <p:spPr>
          <a:xfrm>
            <a:off x="1771200" y="13752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" b="0">
                <a:solidFill>
                  <a:srgbClr val="FFFFFF"/>
                </a:solidFill>
                <a:latin typeface="Arial"/>
              </a:rPr>
              <a:t>Servicii &amp; contact</a:t>
            </a:r>
          </a:p>
        </p:txBody>
      </p:sp>
      <p:sp>
        <p:nvSpPr>
          <p:cNvPr id="25" name="Fundal QR CV"/>
          <p:cNvSpPr/>
          <p:nvPr/>
        </p:nvSpPr>
        <p:spPr>
          <a:xfrm>
            <a:off x="2556000" y="576000"/>
            <a:ext cx="576000" cy="5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Cod QR CV" descr="qr-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00" y="622800"/>
            <a:ext cx="482400" cy="482400"/>
          </a:xfrm>
          <a:prstGeom prst="rect">
            <a:avLst/>
          </a:prstGeom>
        </p:spPr>
      </p:pic>
      <p:sp>
        <p:nvSpPr>
          <p:cNvPr id="27" name="Eticheta QR CV"/>
          <p:cNvSpPr txBox="1"/>
          <p:nvPr/>
        </p:nvSpPr>
        <p:spPr>
          <a:xfrm>
            <a:off x="2484000" y="12420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50">
                <a:solidFill>
                  <a:srgbClr val="C9A227"/>
                </a:solidFill>
                <a:latin typeface="Arial"/>
              </a:rPr>
              <a:t>CV</a:t>
            </a:r>
          </a:p>
        </p:txBody>
      </p:sp>
      <p:sp>
        <p:nvSpPr>
          <p:cNvPr id="28" name="Descriere QR CV"/>
          <p:cNvSpPr txBox="1"/>
          <p:nvPr/>
        </p:nvSpPr>
        <p:spPr>
          <a:xfrm>
            <a:off x="2412000" y="13752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" b="0">
                <a:solidFill>
                  <a:srgbClr val="FFFFFF"/>
                </a:solidFill>
                <a:latin typeface="Arial"/>
              </a:rPr>
              <a:t>Experiență &amp; calificări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